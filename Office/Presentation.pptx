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74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B1B0-7695-4CB0-A019-3C52AF179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07B24-A5DE-4BC9-B9A5-F4BBDEBBF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2A884-2854-4695-9AF5-964232A5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AB2ED-ACF9-4C87-B372-3315CC69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EE091-CCC4-438C-A2C4-2AD185BD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31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0FED-C72D-4272-8F70-7278A0A3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7D6C2-85E1-48AC-96DA-C3A2CF5C5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789AF-6222-4FA7-807E-D57C04D8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C9672-C990-4C5D-A872-7106F1A9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819AF-CF80-4454-9BAA-91439BFF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347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B95C3-5CD8-4974-A7A7-5A0C69C1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286E4-827E-4580-AB47-8039A370C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829A2-571C-448A-BA15-3AB17363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1AEC0-E0E0-4287-9CDB-0582A9F3E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E90A9-DDEA-4AF1-B135-9200B90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299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C024-1D5C-4122-8A8E-BEC2DE92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2970A-49DA-4E31-93BF-9AC4C3C69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E3901-8C86-4C3A-A6CE-58D26CAD7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4CC8D-89AE-4332-855B-F70A1314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68062-D4BF-438B-8BBD-87D998B7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EF299-0D44-4270-A731-3CF78B4B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20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21F1-1DD9-471D-93AD-2E8C77EAF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0BD8A-5805-457F-A142-63796CAEB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67520-A1FF-43DF-8A14-1F4A59BD0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ECF3D-50CB-4616-808B-0BC383D14B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31988-AC00-48E3-8DD0-58A2380A2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2B3BC8-4B63-4A39-9A60-FC3080F0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53934-09C5-4118-BA9A-00840A34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A4AA60-21FD-4539-8459-3D0E5256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58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B462D-C1DB-412F-B474-F4B549F6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3139C-9951-4F24-B3CB-E766A7B9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C22DB-B94E-4E32-B962-1A36EBCA8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EF31A-6A2E-480C-B98B-76019E33E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26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8C00B-04F5-47C1-82D6-F247A78D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9CE02-5A12-41CC-8A73-5E57F229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3B83A-5CBB-4B60-A61F-54F3E063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437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66A9-3CA4-4719-9638-72DD4E8A6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50282-D54E-49FB-A490-06B825E91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BD3F02-9AE1-4B36-B255-0672E2A31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FCE06-74C5-4024-A9E0-AB20D6468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D4D9D-D5D5-4391-93FC-27C5E8233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9BC6F-9D3E-4759-9513-69886F21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44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9655-8470-4488-9A8E-FAB186491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29A30-70EE-48B2-8189-F56B611C5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A0DB5-9963-4AA9-8E76-A4A51E2F4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315F9-5AA0-497C-A28C-93535D10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9982D-9B76-4D3D-899A-B5EC2C8B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E5EC0-7969-4DB7-A5AA-1A6A08E0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25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07E0-6EA5-4995-A9BC-76CBC616B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FD371-ADF5-4776-B69E-A4459478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CE6D4-653B-4DB1-AEA3-B6A459EB6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5C760-8874-4BEC-88B9-16D1D7EE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B3B3D-B8F5-4F61-A250-DA73B86C7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18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EC5499-F97F-4A61-8201-F1EC3E3B2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4BBAB-3BD3-482D-B515-4D0FEB3B3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A0337-6AFE-4669-A212-A4801DA7B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59159-05AB-46BC-AFD3-A156401D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18FC7-BC9A-42BB-BF56-2F2DAA78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32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07B3A3-AE6A-41BE-8B49-B4955A664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C344B-4555-46B7-B2D0-8015B47BC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D3AF5-67FF-4639-A5CF-63E19F905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4FBEB-1FDB-49EF-B7F9-01E284870E51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9F9EE-8B0A-466E-9255-102F0C419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176FF-4444-46F2-837C-7C1605DBA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1F77D-F8A5-4E39-BA4C-DB8E399E62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763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A92CFD-F9C0-445D-9D88-7D01B1285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6698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1172A4-7A53-4497-9F61-FC9C2C8CC8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D0BF33-A5FF-443D-B87B-36933C5F77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045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Ruby Stott (Student)</dc:creator>
  <cp:lastModifiedBy>Ruby Stott (Student)</cp:lastModifiedBy>
  <cp:revision>1</cp:revision>
  <dcterms:created xsi:type="dcterms:W3CDTF">2026-02-06T09:55:21Z</dcterms:created>
  <dcterms:modified xsi:type="dcterms:W3CDTF">2026-02-06T09:57:42Z</dcterms:modified>
</cp:coreProperties>
</file>